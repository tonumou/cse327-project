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03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CSE 327: SOFTWARE ENGINEERING | SECTION 7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Intelligent Parking Reservation &amp;</a:t>
            </a:r>
            <a:br/>
            <a:r>
              <a:t>Coordination System (IPRCS)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Project Progress Presentation &amp; Prototype Demonstration (Week 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404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PRESENTER / CO-LEAD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Tamanna Akter Mou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ID: 2211951042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Reservation Engine &amp; Customer Portal (Presenting)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TEAM MEMBER 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Nafees Ahommed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ID: 2111934642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Computer Vision &amp; YOLO Sensing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404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TEAM MEMBER 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Shanto Miah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ID: 2132452642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Anomaly Detection &amp; Software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Presentation Date: November 8, 2026 | Faculty: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Urban Parking Crisis: Uncertainty, Congestion &amp; Inefficiency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Urban drivers lose immense time and fuel hunting for vacant parking spots due to lack of real-time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2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1. Cruising &amp; Congestion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Up to 30% of downtown traffic congestion in major commercial hubs (hospitals, shopping centers) is caused solely by drivers searching for parking.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Average driver wastes 15-25 minutes per trip circling blocks.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Generates millions of gallons of wasted fuel, massive carbon emissions, and driver frustration.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Obsolete Management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Traditional lots rely on manual ticketing or basic first-come-first-serve entry gates.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real-time visibility: drivers cannot know if slots are available until arriving at the gate.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Hardware IoT sensors (ultrasonic/magnetic under every stall) are cost-prohibitive ($150-$300 per stall) and prone to hardware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Sustainable Solution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IPRCS bridges drivers and facility operators with an autonomous, real-time coordination platform.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Computer Vision replaces expensive per-slot hardware with commodity camera feeds.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Advance reservations with automated 15-minute grace-period auto-release prevent slot squatting.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Directly advances UN Sustainable Development Goal 11: Sustainable Cities &amp;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High-Level Architecture: 4 Autonomous Operational Layers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Modular design decoupling Computer Vision sensing, database state, business logic, and customer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3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Layer 1: Vision Sensing Layer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Commodity CCTV / Webcam / Video stream ingest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Ultralytics YOLOv8 for vehicle object detection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OpenCV polygon intersection &amp; texture contrast analysis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Auto-generates parking slots from painted lines or parked 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Layer 2: Database &amp; State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MySQL (XAMPP) persistent relational data store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Slots table (coordinates, status: free/occupied, timestamp)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Reservations table (user, start/end time, grace countdown)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Detection logs table for historical audit &amp; traffic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Layer 3: Core API &amp; Reservation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Python FastAPI async RESTful web service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Driver reservation lifecycle (Pending -&gt; Active -&gt; Expired)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Dynamic 15-minute Grace Period auto-cancellation worker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EV Charging station turnover &amp; pricing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Layer 4: Interactive Client Portals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React 19 + TypeScript + Tailwind CSS responsive web app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Admin / Operator Live Dashboard with visual slot overlay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Customer Booking Portal for drivers to reserve slots in 3 clicks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Google Federated OAuth identity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Functional &amp; Non-Functional Requirements (IEEE 830 Standard)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Structured specifications aligned with course SRS standards and project grading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4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Functional Requirements (FR)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FR-1: Live Slot Sensing: YOLOv8 AI continuously detects vehicles and updates slot states (free vs occupied).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FR-2: Coordinate Calibration: Operators can draw rectangular/tilted 4-corner slot polygons on camera frames.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FR-3: Slot Reservation: Drivers can select vacant slots, input license plate, and book future parking slots.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FR-4: Grace Period Auto-Release: System triggers a 15-minute countdown on arrival; auto-releases slot if driver fails to check in.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FR-5: EV Charging Support: Filter and manage dedicated charging stalls with turnover monitoring.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FR-6: Overstay Anomaly Detection: Identifies abandoned vehicles whose parked duration exceeds statistical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Non-Functional Requirements (NFR)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NFR-1: Real-Time Latency: Slot occupancy changes reflect in database and UI in under 2.0 seconds.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NFR-2: AI Detection Accuracy: Minimum 90% vehicle detection precision across daylight and indoor lighting conditions.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NFR-3: High Availability: System backend auto-reconnects on camera stream disconnects without crashing.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NFR-4: Usability &amp; Accessibility: Clean responsive interface usable on desktop and smartphone browsers with &lt; 3 clicks to reserve.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NFR-5: Data Security &amp; Privacy: Passwords hashed; license plate telemetry protected; supports Google OAuth federated login.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NFR-6: Maintainability: Modular decoupled Python and React code adhering to clean architecture and REST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FEASIBILITY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Feasibility Study: Why Our Proposed Solution is Practical &amp; Achievable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Comprehensive evaluation covering Technical, Operational, and Economic feasibility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5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Technical Feasibility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Proven AI Models: Uses pre-trained Ultralytics YOLOv8 (yolov8n) with fast real-time inference on CPU.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Modern Frameworks: FastAPI handles async web requests with zero lag; React 19 ensures fluid UI updates.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Hardware Accessibility: No dedicated GPU required; runs efficiently on standard Windows laptops &amp; commodity CCTV.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Integration Simplicity: Standard RESTful JSON protocol facilitates seamless frontend-backend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Operational Feasibility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Hardware Installation: Facility owners use existing IP cameras without tearing up pavement for sensors.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No App Store Friction: Fully web-based application runs immediately on mobile and desktop browsers.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Minimal Human Intervention: Background workers automate slot releases, reducing parking attendant overhead.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User Intuition: Interactive color-coded visual map (Green = Free, Red = Occupied, Amber = Reserved) requires no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Economic Feasibility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90% Cost Reduction: Hardware IoT sensors cost $150-$300 per space. One $60 camera monitors 30-50 spaces simultaneously.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Open-Source Stack: Built entirely with free open-source tools (Python, React, MySQL, OpenCV, Vite), incurring $0 software licensing fees.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High ROI for Operators: Increased turnover and reduced cruising yield immediate commercial gains.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Academic Achievability: Phased milestone plan ensures full completion within course semester deadlines.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Full-Stack Technology Ecosystem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Carefully selected, industry-standard modern stack optimized for computer vision, performance,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6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Frontend Application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React.js 19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Component-based declarative user interface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TypeScript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Strict type safety for robust data handling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Tailwind CSS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Utility-first modern responsive styling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Vite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Lightning-fast build tooling and hot-module reload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Backend &amp; API Server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Python 3.12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Core runtime powering AI and web API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FastAPI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High-performance asynchronous REST web framework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Uvicorn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ASGI web server running on port 8000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Pydantic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Automatic request validation and data serialization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AI / Computer Vision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Ultralytics YOLOv8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Real-time vehicle detection (nano model)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OpenCV (cv2)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Image contouring, polygon intersection &amp; contrast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NumPy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Vectorized geometric calculations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Scikit-Learn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Planned anomaly detection for overstay vehicles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Database, Auth &amp; DevOps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MySQL (XAMPP)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Relational database for slots, logs &amp; bookings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Federated Auth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Google OAuth / Supabase Auth integration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Git &amp; GitHub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Branching, PRs, version control &amp; documentation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Postman / Thunder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API testing and endpoint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Semester Execution Roadmap &amp; Milestones (Gantt Schedule)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Structured 12-week development lifecycle aligning with university marks distribution and submission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7 /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  <a:gridCol w="2011680"/>
                <a:gridCol w="1645920"/>
                <a:gridCol w="1858975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Milestones &amp; Deliverables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Timeline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 Member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Project Proposal, Scope Definition &amp; Feasibility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1 - 3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All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Architecture Design, Database Setup &amp; GitHub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4 - 5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All Members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Computer Vision Sensing Layer (YOLOv8 + OpenCV Slot Detection)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5 - 6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Progress Presentation 1 &amp; Working Prototype Demo (10 Marks)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Nov 8 (Week 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Mou &amp; Team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Driver Reservation Lifecycle, Grace Period Worker &amp; Booking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7 - 8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Overstay Anomaly Detection, Google OAuth &amp; Final Testing / SRS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9 - 12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Shanto &amp; Team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748B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PROGRESS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Milestones Achieved to Date (Heading into Presentation 1)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Solid foundation built across requirement engineering, database architecture, AI sensing, and user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8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Requirements &amp; Design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Formal IEEE-830 SRS structure initiated with complete functional decomposition.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Modular micro-architecture drafted separating CV pipeline, REST API, and web client.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Relational database schema finalized for slots, detection logs, and reservations.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Working AI Vision Pipeline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Ultralytics YOLOv8 integrated and actively detecting vehicles in real-time.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OpenCV IoU polygon intersection and texture contrast logic implemented.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Automated slot detection algorithm (auto_slots) extracting bays from lines &amp; cars.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Full-Stack Infrastructure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FastAPI backend running with endpoints for status, slots, frames, and video upload.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MySQL database running under XAMPP with auto-initialization scripts.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GitHub repository established with documentation, guidelines, and clean commit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Operator &amp; Booking UI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React 19 Dashboard featuring real-time stat cards and live camera visual overlay.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Interactive Slot Calibration Canvas allowing operators to draw 4-corner slot polygons.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Driver Booking Portal prototype with 15-minute dynamic grace period countdown.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Live Working Prototype Walkthrough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Demonstrating end-to-end telemetry: Camera feed -&gt; YOLO detection -&gt; MySQL sync -&gt; React live dashboard &amp; 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9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1: Ingest &amp; Detection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Camera stream or uploaded parking-lot media is fed to FastAPI.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YOLOv8 scans the frame at configurable resolution (e.g. 640px / 1024px).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Bounding boxes are drawn in real-time around every car and vehicle.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2: Geometric Slot Mapping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Predefined slot coordinates (rectangles or tilted quadrilaterals) are evaluated.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OpenCV calculates polygon overlap ratio against detected vehicle bounding boxes.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Texture contrast check confirms empty spaces vs low-contrast dark vehicles.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Step 3: State Sync &amp; Live UI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Slot states (free = green, occupied = red) updated instantly in MySQL database.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Detection logs recorded every 10 seconds for parking occupancy analytics.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React dashboard auto-polls every 2s, updating live telemetry cards &amp; slot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4963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4: Customer Booking Flow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Driver views free slots on booking portal, toggles EV charging filter if needed.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Driver books a slot -&gt; status shifts to Reserved; generates digital receipt with PIN/QR.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▶ Dynamic 15-minute grace period countdown begins to coordinate arrival.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Individual Roles, Contributions &amp; Accountability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Clear division of engineering responsibility ensuring all grading rubric criteria are comprehensively satisfied.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64748B"/>
                </a:solidFill>
              </a:defRPr>
            </a:pPr>
            <a:r>
              <a:t>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Tamanna Akter Mou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ID: 2211951042 (Co-Lead &amp; Presenter)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User Reservation Engine &amp; Lifecycle Architecture (Feature 3)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Dynamic Grace Period Auto-Release Background Worker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Customer Booking Portal Interface &amp; Interactive Reservation Cards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Software Requirement Specification (SRS) IEEE-830 Document Authoring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Google Federated OAuth Identity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Nafees Ahommed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ID: 2111934642 (AI / Backend Lead)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Computer Vision &amp; YOLOv8 Object Detection Pipeline (Feature 1)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OpenCV Polygon Intersection &amp; Visual Texture Contrast Module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Automatic Slot Generation Algorithm (auto_slots.py)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FastAPI REST Endpoints &amp; Video/Image Ingestion Service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Operator Dashboard &amp; Interactive Slot Setup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Shanto Miah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ID: 2132452642 (Data &amp; QA Lead)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Statistical Anomaly Detection for Abandoned Vehicles (Feature 2)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Scikit-Learn z-score Overstay Anomaly Algorithm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Unit &amp; Integration Testing Suite (FastAPI TestClient &amp; PyTest)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Historical Occupancy Analytics &amp; Reporting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GitHub Actions Automated CI/CD Linting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SUMMARY &amp; Q/A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Project Summary &amp; Immediate Next Steps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Driving towards full system integration, automated testing, and production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IPRCS — Intelligent Parking Reservation and Coordination System | CSE 327 Sec 7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11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Immediate Next Steps (Weeks 7 - 10)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➔ Complete Full Driver Reservation Integration with live payment / parking token receipt.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➔ Implement Overstay Anomaly Detection with Scikit-learn z-scores to flag abandoned cars.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➔ Integrate Federated Identity (Google Sign-In) to satisfy 5-mark rubric requirement.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➔ Deploy Automated Testing Suite using PyTest and GitHub Actions CI workflow (15 marks).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➔ Finalize comprehensive IEEE-830 SRS Specification Document (15 marks).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Thank You &amp; Open Q&amp;A Session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IPRCS delivers an autonomous, cost-effective, and scalable solution to urban parking congestion.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Progress is on schedule with a working AI sensing prototype and customer booking foundation.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We are ready to address any questions from our respected faculty.</a:t>
            </a:r>
          </a:p>
          <a:p>
            <a:pPr>
              <a:spcBef>
                <a:spcPts val="2000"/>
              </a:spcBef>
              <a:defRPr sz="1400" b="1">
                <a:solidFill>
                  <a:srgbClr val="FFFFFF"/>
                </a:solidFill>
              </a:defRPr>
            </a:pPr>
            <a:r>
              <a:t>Questions &amp; Answers (2 Minutes Allocated)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